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0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3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5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4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8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1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0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19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2456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9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52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95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86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46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5B2F567-8270-4309-A5C8-87360B0DD1EF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379F4-110C-42F5-95F8-B650D4580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55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9924C-DEB4-C0E4-2345-6C39799D31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Pygmalion Sculpting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FA68D-3A50-D0AA-E2A9-1719038A0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296849"/>
          </a:xfrm>
        </p:spPr>
        <p:txBody>
          <a:bodyPr>
            <a:normAutofit/>
          </a:bodyPr>
          <a:lstStyle/>
          <a:p>
            <a:r>
              <a:rPr lang="en-US" dirty="0"/>
              <a:t>Beren </a:t>
            </a:r>
            <a:r>
              <a:rPr lang="en-US" dirty="0" err="1"/>
              <a:t>Munkatchy</a:t>
            </a:r>
            <a:r>
              <a:rPr lang="en-US" dirty="0"/>
              <a:t>, Ryan Sumner, Evan DiPrinzio</a:t>
            </a:r>
          </a:p>
          <a:p>
            <a:r>
              <a:rPr lang="en-US" dirty="0"/>
              <a:t>&amp;HACKS Submission</a:t>
            </a:r>
          </a:p>
          <a:p>
            <a:r>
              <a:rPr lang="en-US" dirty="0"/>
              <a:t>9/27/26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55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9B3F-CF9F-C8D1-361C-608533FF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Pygmalion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F6696-7D5C-41B8-6376-AD5F04A7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100% Authentic Sculpting Experience</a:t>
            </a:r>
          </a:p>
          <a:p>
            <a:pPr lvl="1"/>
            <a:r>
              <a:rPr lang="en-US"/>
              <a:t>With Pygmalion himself there to guide you on your sculpting journey.</a:t>
            </a:r>
          </a:p>
          <a:p>
            <a:r>
              <a:rPr lang="en-US"/>
              <a:t>Runs in Javascript</a:t>
            </a:r>
          </a:p>
          <a:p>
            <a:pPr lvl="1"/>
            <a:r>
              <a:rPr lang="en-US"/>
              <a:t>Publishing: Packs into .sclp file for reuse by others</a:t>
            </a:r>
          </a:p>
          <a:p>
            <a:r>
              <a:rPr lang="en-US"/>
              <a:t>Three-Layer Website:</a:t>
            </a:r>
          </a:p>
          <a:p>
            <a:pPr lvl="1"/>
            <a:r>
              <a:rPr lang="en-US"/>
              <a:t>Visitor’s Browser</a:t>
            </a:r>
          </a:p>
          <a:p>
            <a:pPr lvl="1"/>
            <a:r>
              <a:rPr lang="en-US"/>
              <a:t>Client-side server</a:t>
            </a:r>
          </a:p>
          <a:p>
            <a:pPr lvl="1"/>
            <a:r>
              <a:rPr lang="en-US"/>
              <a:t>Digital OceanHosting</a:t>
            </a:r>
          </a:p>
          <a:p>
            <a:r>
              <a:rPr lang="en-US"/>
              <a:t>Hand-Made Art</a:t>
            </a:r>
          </a:p>
          <a:p>
            <a:r>
              <a:rPr lang="en-US"/>
              <a:t>Constructive AI Assistance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2056A-FC27-71EE-A0E6-094D70F23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0" t="12345" r="12853" b="11167"/>
          <a:stretch>
            <a:fillRect/>
          </a:stretch>
        </p:blipFill>
        <p:spPr>
          <a:xfrm>
            <a:off x="8469086" y="3592286"/>
            <a:ext cx="2710543" cy="265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74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62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Ion</vt:lpstr>
      <vt:lpstr>Pygmalion Sculpting</vt:lpstr>
      <vt:lpstr>Project Pygmalion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DiPrinzio, Evan</dc:creator>
  <cp:lastModifiedBy>DiPrinzio, Evan</cp:lastModifiedBy>
  <cp:revision>2</cp:revision>
  <dcterms:created xsi:type="dcterms:W3CDTF">2026-09-27T15:30:58Z</dcterms:created>
  <dcterms:modified xsi:type="dcterms:W3CDTF">2026-09-27T16:09:43Z</dcterms:modified>
</cp:coreProperties>
</file>